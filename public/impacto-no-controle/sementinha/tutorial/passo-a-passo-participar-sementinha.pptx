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jpg" ContentType="image/jpg"/>
  <Override PartName="/ppt/media/image-10-1.jpg" ContentType="image/jpg"/>
  <Override PartName="/ppt/media/image-2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media/image-7-1.jpg" ContentType="image/jpg"/>
  <Override PartName="/ppt/media/image-8-1.jpg" ContentType="image/jpg"/>
  <Override PartName="/ppt/media/image-9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g"/><Relationship Id="rId3" Type="http://schemas.openxmlformats.org/officeDocument/2006/relationships/image" Target="../media/image-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557784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6542E"/>
                </a:solidFill>
              </a:rPr>
              <a:t>Como participar da rifa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6542E"/>
                </a:solidFill>
              </a:rPr>
              <a:t>da Bicicleta Seminova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233172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7A43"/>
                </a:solidFill>
              </a:rPr>
              <a:t>Sementinha • Dia das Crianças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28803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3426"/>
                </a:solidFill>
              </a:rPr>
              <a:t>60 números • R$ 10,00 cada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3426"/>
                </a:solidFill>
              </a:rPr>
              <a:t>Pagamento por Pix ou outra forma combinada com o Suporte.</a:t>
            </a:r>
            <a:endParaRPr lang="en-US" sz="2000" dirty="0"/>
          </a:p>
        </p:txBody>
      </p:sp>
      <p:pic>
        <p:nvPicPr>
          <p:cNvPr id="5" name="Image 0" descr="/mnt/data/inc07work/public/impacto-no-controle/sementinha/bike-0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685800"/>
            <a:ext cx="5120640" cy="2926080"/>
          </a:xfrm>
          <a:prstGeom prst="rect">
            <a:avLst/>
          </a:prstGeom>
        </p:spPr>
      </p:pic>
      <p:pic>
        <p:nvPicPr>
          <p:cNvPr id="6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069080"/>
            <a:ext cx="1005840" cy="1005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8952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542E"/>
                </a:solidFill>
              </a:rPr>
              <a:t>Veja o passo a passo e participe com segurança.</a:t>
            </a:r>
            <a:endParaRPr lang="en-US" sz="1800" dirty="0"/>
          </a:p>
        </p:txBody>
      </p:sp>
      <p:pic>
        <p:nvPicPr>
          <p:cNvPr id="8" name="Image 2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1. Acesse a campanha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Abra o link da rifa no celular. No cabeçalho você encontra AJUDA? para falar com o Suporte e INÍCIO para rever as orientações.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Abra a página da campanha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Veja a foto da bicicleta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Toque em PARTICIPE quando quiser começar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200" b="1">
                <a:solidFill>
                  <a:srgbClr val="236F3E"/>
                </a:solidFill>
              </a:rPr>
              <a:t>Tela real do 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25880"/>
            <a:ext cx="3749039" cy="46177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C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667" y="1476756"/>
            <a:ext cx="1942185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2. Entenda a 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O popup explica o objetivo: ajudar o Sementinha a arrecadar recursos para as ações do Dia das Crianças.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Leia as orientações iniciais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Veja que o sorteio terá vídeo e prestação de contas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Toque em COMEÇAR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200" b="1">
                <a:solidFill>
                  <a:srgbClr val="236F3E"/>
                </a:solidFill>
              </a:rPr>
              <a:t>Tela real do 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25880"/>
            <a:ext cx="3749039" cy="46177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C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8245" y="1476756"/>
            <a:ext cx="1943028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3. Leia as regras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A ETAPA1 apresenta as regras principais antes de escolher os números.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Confira o valor de cada número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Tire dúvida pelo WhatsApp se precisar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Toque em CONTINUAR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ETAPA1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Regras da ação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CONTINUAR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4. Escolha seus números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Na ETAPA2, branco é disponível, amarelo é reservado/selecionado e verde é aprovado.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Toque nos números desejados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Confira o total da participação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Use Ver lista para acompanhar participantes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ETAPA2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01 02 03 04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Total R$ 20,00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5. Informe seus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Na ETAPA3, preencha nome, celular com DDD e e-mail opcional.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Marque o consentimento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Revise seus dados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Reserve os números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ETAPA3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Nome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Celular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Reservar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6. Escolha como pagar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Você pode pagar por Pix ou combinar outra forma de pagamento com o Suporte.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sz="2000">
                <a:solidFill>
                  <a:srgbClr val="1D2A1F"/>
                </a:solidFill>
              </a:rPr>
              <a:t>Copie o Pix ou use o QR Code</a:t>
            </a:r>
          </a:p>
          <a:p>
            <a:r>
              <a:rPr sz="2000">
                <a:solidFill>
                  <a:srgbClr val="1D2A1F"/>
                </a:solidFill>
              </a:rPr>
              <a:t>Se já fez o Pix, vá direto para ENVIAR COMPROVANTE</a:t>
            </a:r>
          </a:p>
          <a:p>
            <a:r>
              <a:rPr sz="2000">
                <a:solidFill>
                  <a:srgbClr val="1D2A1F"/>
                </a:solidFill>
              </a:rPr>
              <a:t>Ou fale com o Suporte e guarde o link da reserva</a:t>
            </a:r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1200" b="1">
                <a:solidFill>
                  <a:srgbClr val="236F3E"/>
                </a:solidFill>
              </a:rPr>
              <a:t>Tela real do sistema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325880"/>
            <a:ext cx="3749039" cy="4617720"/>
          </a:xfrm>
          <a:prstGeom prst="roundRect">
            <a:avLst/>
          </a:prstGeom>
          <a:solidFill>
            <a:srgbClr val="FFFDF7"/>
          </a:solidFill>
          <a:ln w="15240">
            <a:solidFill>
              <a:srgbClr val="C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507" y="1476756"/>
            <a:ext cx="2028504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7. Envie o comprovante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sz="1700">
                <a:solidFill>
                  <a:srgbClr val="677269"/>
                </a:solidFill>
              </a:rPr>
              <a:t>Depois do pagamento, envie um comprovante legível pela própria página. Se o Pix já foi feito, use o atalho de envio direto.</a:t>
            </a:r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A organização confere o comprovante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Os números são confirmados após aprovação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Você pode acompanhar pelo link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Enviar comprovante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Acompanhar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8. Acompanhe a confirmação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Use a página de acompanhamento para conferir o status da participação.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Status aguardando conferência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Status pagamento aprovado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Números confirmados na lista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Acompanhamento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Status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Números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68580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542E"/>
                </a:solidFill>
              </a:rPr>
              <a:t>Precisa de ajuda?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0408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26A"/>
                </a:solidFill>
              </a:rPr>
              <a:t>Em quase todas as telas existe AJUDA? ou TIRAR DÚVIDA para falar com o Suporte.</a:t>
            </a:r>
            <a:endParaRPr lang="en-US" sz="1600" dirty="0"/>
          </a:p>
        </p:txBody>
      </p:sp>
      <p:pic>
        <p:nvPicPr>
          <p:cNvPr id="4" name="Image 0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9963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62910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726A"/>
                </a:solidFill>
              </a:rPr>
              <a:t>Sementinha • Impacto no Controle • Automação Extrema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203426"/>
                </a:solidFill>
              </a:rPr>
              <a:t>A tecnologia não precisa ser uma barreira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O Suporte ajuda com pagamento e comprovante</a:t>
            </a:r>
            <a:endParaRPr lang="en-US" sz="1900" dirty="0"/>
          </a:p>
          <a:p>
            <a:r>
              <a:rPr lang="en-US" sz="1900" dirty="0">
                <a:solidFill>
                  <a:srgbClr val="203426"/>
                </a:solidFill>
              </a:rPr>
              <a:t>Participe com tranquilidade</a:t>
            </a:r>
            <a:endParaRPr lang="en-US" sz="1900" dirty="0"/>
          </a:p>
        </p:txBody>
      </p:sp>
      <p:pic>
        <p:nvPicPr>
          <p:cNvPr id="7" name="Image 1" descr="/mnt/data/inc07work/public/impacto-no-controle/sementinha/sementinha-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530352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26680" y="1005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542E"/>
                </a:solidFill>
              </a:rPr>
              <a:t>No celular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635240" y="1389888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AJUDA?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Suporte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E24"/>
                </a:solidFill>
              </a:rPr>
              <a:t>WhatsApp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Automação Extrema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Como participar - Rifa da Bicicleta Seminova</dc:title>
  <dc:subject>Passo a passo para participar da rifa do Sementinha</dc:subject>
  <dc:creator>Automação Extrema</dc:creator>
  <cp:lastModifiedBy>Automação Extrema</cp:lastModifiedBy>
  <cp:revision>1</cp:revision>
  <dcterms:created xsi:type="dcterms:W3CDTF">2026-09-20T16:06:12Z</dcterms:created>
  <dcterms:modified xsi:type="dcterms:W3CDTF">2026-09-20T16:06:12Z</dcterms:modified>
</cp:coreProperties>
</file>